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8288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2" name="partner_logo"/>
          <p:cNvSpPr/>
          <p:nvPr/>
        </p:nvSpPr>
        <p:spPr>
          <a:xfrm>
            <a:off x="14868525" y="2038350"/>
            <a:ext cx="942975" cy="942975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38100">
            <a:solidFill>
              <a:srgbClr val="F9A72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LOGO</a:t>
            </a:r>
            <a:endParaRPr lang="en-US" sz="1100" dirty="0"/>
          </a:p>
        </p:txBody>
      </p:sp>
      <p:sp>
        <p:nvSpPr>
          <p:cNvPr id="3" name="partner_label"/>
          <p:cNvSpPr txBox="1"/>
          <p:nvPr/>
        </p:nvSpPr>
        <p:spPr>
          <a:xfrm>
            <a:off x="16021050" y="2095500"/>
            <a:ext cx="1905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Prepared for</a:t>
            </a:r>
            <a:endParaRPr lang="en-US" sz="1800" dirty="0"/>
          </a:p>
        </p:txBody>
      </p:sp>
      <p:sp>
        <p:nvSpPr>
          <p:cNvPr id="4" name="partner_name"/>
          <p:cNvSpPr txBox="1"/>
          <p:nvPr/>
        </p:nvSpPr>
        <p:spPr>
          <a:xfrm>
            <a:off x="16021050" y="2381250"/>
            <a:ext cx="19050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95000"/>
              </a:lnSpc>
              <a:buNone/>
            </a:pPr>
            <a:r>
              <a:rPr lang="en-US" sz="2000" b="1" spc="-50" kern="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{{company}}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
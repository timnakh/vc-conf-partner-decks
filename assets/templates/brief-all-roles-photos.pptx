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partner_logo"/>
          <p:cNvSpPr/>
          <p:nvPr/>
        </p:nvSpPr>
        <p:spPr>
          <a:xfrm>
            <a:off x="14868525" y="2038350"/>
            <a:ext cx="942975" cy="9429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8100">
            <a:solidFill>
              <a:srgbClr val="F9A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partner_label"/>
          <p:cNvSpPr txBox="1"/>
          <p:nvPr/>
        </p:nvSpPr>
        <p:spPr>
          <a:xfrm>
            <a:off x="16021050" y="2095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4" name="partner_name"/>
          <p:cNvSpPr txBox="1"/>
          <p:nvPr/>
        </p:nvSpPr>
        <p:spPr>
          <a:xfrm>
            <a:off x="16021050" y="2381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{{company}}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
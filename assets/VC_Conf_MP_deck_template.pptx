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ner_logo"/>
          <p:cNvSpPr/>
          <p:nvPr/>
        </p:nvSpPr>
        <p:spPr>
          <a:xfrm>
            <a:off x="14868525" y="2038350"/>
            <a:ext cx="942975" cy="9429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8100">
            <a:solidFill>
              <a:srgbClr val="F9A7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</a:t>
            </a:r>
            <a:endParaRPr lang="en-US" sz="1100" dirty="0"/>
          </a:p>
        </p:txBody>
      </p:sp>
      <p:sp>
        <p:nvSpPr>
          <p:cNvPr id="3" name="partner_label"/>
          <p:cNvSpPr txBox="1"/>
          <p:nvPr/>
        </p:nvSpPr>
        <p:spPr>
          <a:xfrm>
            <a:off x="16021050" y="20955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</a:t>
            </a:r>
            <a:endParaRPr lang="en-US" sz="1800" dirty="0"/>
          </a:p>
        </p:txBody>
      </p:sp>
      <p:sp>
        <p:nvSpPr>
          <p:cNvPr id="4" name="partner_name"/>
          <p:cNvSpPr txBox="1"/>
          <p:nvPr/>
        </p:nvSpPr>
        <p:spPr>
          <a:xfrm>
            <a:off x="16021050" y="23812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spc="-5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{{company}}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 Conf 2027 - Media Partners (template)</dc:title>
  <dc:subject>PptxGenJS Presentation</dc:subject>
  <dc:creator>PptxGenJS</dc:creator>
  <cp:lastModifiedBy>PptxGenJS</cp:lastModifiedBy>
  <cp:revision>1</cp:revision>
  <dcterms:created xsi:type="dcterms:W3CDTF">2026-10-12T07:37:28Z</dcterms:created>
  <dcterms:modified xsi:type="dcterms:W3CDTF">2026-10-12T07:37:28Z</dcterms:modified>
</cp:coreProperties>
</file>